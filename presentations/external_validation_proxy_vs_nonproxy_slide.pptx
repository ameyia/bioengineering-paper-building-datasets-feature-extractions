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External validation: proxy-integrated vs. non-proxy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90600"/>
            <a:ext cx="10972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10-seed 60/20/20 splits, cleaned non-overlapping external peptide sets, S1 thrombin training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4018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52850" y="1704975"/>
            <a:ext cx="14287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</a:rPr>
              <a:t>Non-proxy S1-only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1704975"/>
            <a:ext cx="14287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</a:rPr>
              <a:t>Proxy-integrated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7150" y="1704975"/>
            <a:ext cx="1524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7706"/>
                </a:solidFill>
              </a:rPr>
              <a:t>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428875"/>
            <a:ext cx="24574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</a:rPr>
              <a:t>Training positives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52850" y="227647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2850" y="236220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</a:rPr>
              <a:t>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227647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236220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</a:rPr>
              <a:t>91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77150" y="2276475"/>
            <a:ext cx="1524000" cy="45720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77150" y="2362200"/>
            <a:ext cx="1524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97706"/>
                </a:solidFill>
              </a:rPr>
              <a:t>+3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171825"/>
            <a:ext cx="24574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</a:rPr>
              <a:t>External peptides kept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2850" y="301942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2850" y="310515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</a:rPr>
              <a:t>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01942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10515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</a:rPr>
              <a:t>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77150" y="3019425"/>
            <a:ext cx="1524000" cy="45720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77150" y="3105150"/>
            <a:ext cx="1524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97706"/>
                </a:solidFill>
              </a:rPr>
              <a:t>+3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3914775"/>
            <a:ext cx="24574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</a:rPr>
              <a:t>Best internal MCC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52850" y="376237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2850" y="384810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</a:rPr>
              <a:t>0.849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376237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84810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</a:rPr>
              <a:t>0.740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77150" y="3762375"/>
            <a:ext cx="1524000" cy="45720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7150" y="3848100"/>
            <a:ext cx="1524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</a:rPr>
              <a:t>−0.109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6800" y="4657725"/>
            <a:ext cx="24574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</a:rPr>
              <a:t>Best external positive-call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52850" y="450532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2850" y="459105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</a:rPr>
              <a:t>78.2%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450532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59105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</a:rPr>
              <a:t>78.6%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77150" y="4505325"/>
            <a:ext cx="1524000" cy="45720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77150" y="4591050"/>
            <a:ext cx="1524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97706"/>
                </a:solidFill>
              </a:rPr>
              <a:t>+0.4 pts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91650" y="2476500"/>
            <a:ext cx="1885950" cy="2209800"/>
          </a:xfrm>
          <a:prstGeom prst="roundRect">
            <a:avLst>
              <a:gd name="adj" fmla="val 4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82150" y="2743200"/>
            <a:ext cx="1524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Interpretation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150" y="3200400"/>
            <a:ext cx="14097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Proxy integration broadens the positive class and lowers internal MCC, but external positive-call sensitivity holds steady. Report both: non-proxy as the strict benchmark, proxy-integrated as the discovery model.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477000"/>
            <a:ext cx="4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External validation — proxy vs. non-proxy | S1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